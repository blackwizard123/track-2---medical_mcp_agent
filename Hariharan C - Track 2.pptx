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6858000" cy="9144000"/>
  <p:embeddedFontLst>
    <p:embeddedFont>
      <p:font typeface="Google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47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ac20fcc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ac20fcc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7ac20fcc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7ac20fcc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7ac20fcc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7ac20fcc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ac20fcc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ac20fcc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7ac20fcc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7ac20fcc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ac20fcc6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ac20fcc6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7ac20fc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7ac20fc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7ac20fc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7ac20fc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693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7ac20fcc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7ac20fcc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edical-agent-1059652519537.us-central1.run.app/cha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/>
          <a:stretch/>
        </p:blipFill>
        <p:spPr>
          <a:xfrm>
            <a:off x="-1" y="-6858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88711" y="2804738"/>
            <a:ext cx="8566575" cy="2117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PARTICIPANT DETAILS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GB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a.  Participant name        : </a:t>
            </a: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Hariharan C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GB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b.  Problem Statement  :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Build an AI agent that uses the Model Context Protocol (MCP) to connect to one external tool or data source, retrieve information, and use that information in its response.</a:t>
            </a:r>
            <a:b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c.  </a:t>
            </a:r>
            <a:r>
              <a:rPr lang="en-IN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Github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repo link  :  </a:t>
            </a:r>
            <a:r>
              <a:rPr lang="en-IN" b="1" i="1" u="sng" dirty="0">
                <a:solidFill>
                  <a:schemeClr val="accent5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https://github.com/BlackWizard123/Track-2---Medical_MCP_agent</a:t>
            </a:r>
            <a:br>
              <a:rPr lang="en-IN" b="1" i="1" u="sng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d. Cloud Run URL     :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  <a:r>
              <a:rPr lang="en-IN" b="1" i="1" u="sng" dirty="0">
                <a:solidFill>
                  <a:srgbClr val="4493F8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hlinkClick r:id="rId4"/>
              </a:rPr>
              <a:t>https://medical-agent-1059652519537.us-central1.run.app/chat</a:t>
            </a:r>
            <a:endParaRPr lang="en-IN" b="1" i="1" u="sng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3125" y="1198441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MediChat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is an AI-powered medical assistant agent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Provides quick, reliable, and structured medical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Uses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ADK + Gemini 2.5 Flash 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for intelligent responses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Connects to a structured medical knowledge base via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MCP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Dynamically retrieves data using specialized tools (disease info &amp; remedies)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Ensures safe responses with medical disclaimers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Deployed on </a:t>
            </a:r>
            <a:r>
              <a:rPr lang="en-IN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Cloud Run </a:t>
            </a: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for scalable, real-time access</a:t>
            </a:r>
            <a:endParaRPr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3125" y="787050"/>
            <a:ext cx="8270400" cy="14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Meeting the Build Criteria</a:t>
            </a:r>
            <a:b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</a:br>
            <a:b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GB" b="1" dirty="0">
                <a:latin typeface="Google Sans"/>
                <a:ea typeface="Google Sans"/>
                <a:cs typeface="Google Sans"/>
                <a:sym typeface="Google Sans"/>
              </a:rPr>
              <a:t>How did you navigate the requirements of your chosen track to build a custom solution - using ADK, MCP, or </a:t>
            </a:r>
            <a:r>
              <a:rPr lang="en-GB" b="1" dirty="0" err="1">
                <a:latin typeface="Google Sans"/>
                <a:ea typeface="Google Sans"/>
                <a:cs typeface="Google Sans"/>
                <a:sym typeface="Google Sans"/>
              </a:rPr>
              <a:t>AlloyDB</a:t>
            </a:r>
            <a:r>
              <a:rPr lang="en-GB" b="1" dirty="0">
                <a:latin typeface="Google Sans"/>
                <a:ea typeface="Google Sans"/>
                <a:cs typeface="Google Sans"/>
                <a:sym typeface="Google Sans"/>
              </a:rPr>
              <a:t> AI that effectively addresses the 'What You Must Build' criteria?</a:t>
            </a:r>
            <a:endParaRPr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66B8EB-AB2A-A057-5A9C-278F5D77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1647662"/>
            <a:ext cx="7959230" cy="3158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Built the agent using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ADK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to manage sessions, tool calling, and response generation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Created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custom structured knowledge base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data.json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containing medical data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Implemented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two MCP tools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tx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	1. </a:t>
            </a:r>
            <a:r>
              <a:rPr kumimoji="0" lang="en-US" altLang="en-US" sz="12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disease_info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→ symptoms, causes, precautions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	2. </a:t>
            </a:r>
            <a:r>
              <a:rPr kumimoji="0" lang="en-US" altLang="en-US" sz="12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disease_remedy</a:t>
            </a: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→ treatments, when to consult a doctor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Enabled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intent-based tool selection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, where the agent decides which tool to call dynamically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Integrated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Model Context Protocol (MCP)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FastMCP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to connect the agent with an external data source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Ensured the agent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retrieves real data instead of relying only on LLM knowledge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Generated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final responses using retrieved structured data + Gemini reasoning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Deployed the complete system 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Cloud Run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for real-world accessibility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125" y="787050"/>
            <a:ext cx="8270400" cy="393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Opportunities</a:t>
            </a:r>
            <a:b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</a:br>
            <a:endParaRPr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How different is it from any of the other existing ideas?</a:t>
            </a:r>
          </a:p>
          <a:p>
            <a:pPr marL="1397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Uses MCP-based structured data retrieval instead of relying only on LLM-generated answers</a:t>
            </a:r>
            <a:b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endParaRPr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"/>
              <a:buChar char="●"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How will it be able to solve the problem?</a:t>
            </a:r>
          </a:p>
          <a:p>
            <a:pPr marL="127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Provides accurate, reliable, and instantly accessible medical information through a structured knowledge base</a:t>
            </a:r>
            <a:b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endParaRPr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"/>
              <a:buChar char="●"/>
            </a:pPr>
            <a:r>
              <a:rPr lang="en-GB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USP of the proposed solution</a:t>
            </a:r>
          </a:p>
          <a:p>
            <a:pPr marL="127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Intent-driven tool calling with safety-first responses, ensuring relevant and trustworthy outputs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5051FF-DFCD-4FC0-2BB0-48D5F25E8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881639"/>
            <a:ext cx="6614311" cy="3380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AI-powered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medical assistant agent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for quick queries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MCP-based integration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with structured medical knowledge base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Two specialized tools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: disease information &amp; remedies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Intent-based tool selection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for accurate responses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Structured and easy-to-understand outputs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Safety-first responses with medical disclaimer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Real-time interaction via chat UI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Scalable deployment on Google Cloud Run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38074F-5965-7684-C8D3-59FE1006AB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55657" y="1397631"/>
            <a:ext cx="5232685" cy="3466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sz="18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C14ECA-9756-40F5-91B4-28520476B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25" y="1271250"/>
            <a:ext cx="8497995" cy="3380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ADK (Agent Development Kit)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for building and orchestrating the AI agent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Gemini 1.5 Flash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for fast and efficient LLM-based reasoning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FastMCP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to expose tools as MCP-compatible endpoints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FastAPI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+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Uvicorn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for backend API and request handling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Vanilla HTML, CSS, JavaScript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for lightweight chat UI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Docker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for containerization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Google Cloud Run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for scalable, serverless deployment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Python 3.12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core development language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Model Context Protocol (MCP)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— for standardized tool and data integration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sz="18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198EB5-8667-E57F-3759-50C00799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42496" y="1363652"/>
            <a:ext cx="6459006" cy="30680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D88C4E-509F-227D-80B5-75F37DCD47BA}"/>
              </a:ext>
            </a:extLst>
          </p:cNvPr>
          <p:cNvSpPr txBox="1"/>
          <p:nvPr/>
        </p:nvSpPr>
        <p:spPr>
          <a:xfrm>
            <a:off x="2018708" y="4612232"/>
            <a:ext cx="5159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u="sng" dirty="0">
                <a:solidFill>
                  <a:srgbClr val="002060"/>
                </a:solidFill>
              </a:rPr>
              <a:t>https://medical-agent-1059652519537.us-central1.run.app/chat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1CCBE-BA43-77E5-4036-1264B9716BB4}"/>
              </a:ext>
            </a:extLst>
          </p:cNvPr>
          <p:cNvSpPr txBox="1"/>
          <p:nvPr/>
        </p:nvSpPr>
        <p:spPr>
          <a:xfrm>
            <a:off x="1999337" y="4512319"/>
            <a:ext cx="51453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u="sng" dirty="0">
                <a:solidFill>
                  <a:srgbClr val="002060"/>
                </a:solidFill>
              </a:rPr>
              <a:t>https://medical-agent-1059652519537.us-central1.run.app/chat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F321F-DF7C-A9FE-3EC3-8D53C5C76A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12434" y="768638"/>
            <a:ext cx="5319132" cy="35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25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Submission deck t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573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Google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 A R I H A R A N</dc:creator>
  <cp:lastModifiedBy>Hari haran</cp:lastModifiedBy>
  <cp:revision>3</cp:revision>
  <dcterms:modified xsi:type="dcterms:W3CDTF">2026-03-26T19:36:08Z</dcterms:modified>
</cp:coreProperties>
</file>